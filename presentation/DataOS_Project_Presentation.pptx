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</a:defRPr>
            </a:pPr>
            <a:r>
              <a:t>DataOS Platform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Intelligent End-to-End Big Data &amp; Autonomous Analytics Operating System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A universal, no-code, self-learning data operating system bridging ingestion, automated ETL, conversational voice NLQ, predictive business AI, DPDP Act 2023 compliance, and standalone model independence.</a:t>
            </a:r>
          </a:p>
          <a:p>
            <a:pPr>
              <a:spcBef>
                <a:spcPts val="2800"/>
              </a:spcBef>
              <a:defRPr sz="1100">
                <a:solidFill>
                  <a:srgbClr val="10B981"/>
                </a:solidFill>
              </a:defRPr>
            </a:pPr>
            <a:r>
              <a:t>Capstone Project Presentation | Production Release v2.5 | GitHub: @Kanishka22222/intelligent-data-os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INDUSTRY LANDSCAPE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Problem: Modern Data Tool Fragmentation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1. Extreme Tool Sprawl  [COST INEFFICIENCY]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Enterprises juggle 6-8 separate vendors for Ingestion, ETL, BI, Security, and ML.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Engineers spend 80% of their time stitching pipelines rather than finding insights.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Fragile glue code breaks whenever source schemas or APIs evolve.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002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2. High Technical Barrier  [PRODUCTIVITY GAP]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Non-technical business leaders cannot query databases without SQL/Python expertise.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Dashboard requests to data engineering teams suffer 2-3 week backlog delays.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Lack of natural language and voice interfaces isolates decision-makers.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2918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3. Compliance &amp; AI Lock-In  [REGULATORY RISK]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Sensitive PII (Aadhaar, PAN, Cards) gets exposed during raw manual data handling.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New regulations (Indian DPDP Act 2023 &amp; GDPR) mandate immutable audit verification.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Traditional AI models cannot evolve continually or operate independently.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UNIFIED ARCHITECTURAL PARADIGM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Proposed Solution: DataOS Autonomous Operating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All-in-One Data Lifecycle  [UNIFICATION]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Consolidates Ingestion, 1-Click Cleaning, Visual DAG Studio, BI Dashboards, and AI Brain into a single glassmorphic web studio.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Runs seamlessly on desktop (http://localhost:8000), Docker, and Vercel cloud.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21945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Conversational Voice &amp; NLP  [NO-CODE ACCESSIBILITY]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Multi-lingual voice queries (English, Hindi, Spanish, French) translated to SQL.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Self-learning semantic memory caches analytical answers for sub-millisecond latency.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Continual Learning &amp; Model Independence  [CONTINUAL EVOLUTION]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Brain automatically trains on every ingested dataset, reducing loss with every epoch.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1-Click Export generates a 100% self-contained standalone AI model (.py) with zero server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840480"/>
            <a:ext cx="5120640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977640"/>
            <a:ext cx="47548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DPDP Act 2023 &amp; Cryptographic Audit  [STATUTORY COMPLIANCE]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detection and redacting of Aadhaar, PAN, and payment cards.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SHA-256 chained tamper-evident ledger cryptographically guarantees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SYSTEM DESIGN &amp;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Multi-Layer Autonomous System Architecture</a:t>
            </a:r>
          </a:p>
        </p:txBody>
      </p:sp>
      <p:pic>
        <p:nvPicPr>
          <p:cNvPr id="4" name="Picture 3" descr="arch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106984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MODULES 1 &amp;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Intelligent Data Ingestion &amp; 1-Click Auto-Clean ETL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Multi-Source Ingestion Hub  [UNIVERSAL INGESTION]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Universal parser for CSV, JSON, Parquet, Excel, and REST endpoints.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Live simulated WebSocket IoT sensor telemetry streaming (60-70°C, 120 PSI).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Preloaded real-world benchmark datasets: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E-Commerce Sales (150+ transactional orders)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Indian Financial GST (80+ B2B invoices with CGST/SGST/IGST)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Telecom Customer Churn (120+ subscribers)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Machine Sensor Telemetry (real-time stream)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1-Click Auto-Clean Engine  [AUTOMATED ETL]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Deduplication: removes redundant identical records.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Statistical Imputation: median fill for numeric, mode fill for categorical columns.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IQR Outlier Capping: clips extreme anomalies between 1st &amp; 99th percentiles.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Data Quality Scorecard: computes 0-100% data fidelity score before &amp; after transformation.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Achieves 99.5% quality score from initial raw datasets.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Visual Drag-and-Drop Workflow Canvas (DAG Studio)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Visual Pipeline Node Studio  [VISUAL ETL]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Interactive drag-and-drop workspace with specialized nodes: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Source Node (Dataset selector)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Filter Node (Condition evaluation)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Select Node (Column projection)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Aggregate Node (Group By Sum/Mean)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Mutate Node (Column math formulas)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• Auto-Clean &amp; PII Redact Nodes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Preloaded Industry Templates (E-Comm Clean &amp; Aggregate, GST Tax Audit).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Lineage Tracking &amp; Execution Diff  [LINEAGE &amp; PROVENANCE]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Step-by-Step execution diff inspector shows intermediate row counts.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Directed Acyclic Graph (DAG) validation prevents circular dependencies.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Dataset version snapshots and immutable lineage commit history.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Export transformed pipelines directly to clean Parquet or CSV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Conversational AI Copilot (NLQ) &amp; Multi-Lingual Voice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Natural Language to SQL Engine  [NLQ TO SQL]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Translates plain business questions into structured SQL queries.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Example: 'What is total sales by category?' ➔ SELECT Category, SUM(Sales)...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Generates executive summaries with key percentages and revenue figures.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Renders dynamic Chart.js visualizations directly in conversational chat stream.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Speech Recognition &amp; TTS Readback  [VOICE &amp; ACCESSIBILITY]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Web Speech API voice input supporting English, Hindi, Spanish, French.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Speech Synthesis (TTS) automatically reads back key statistical findings aloud.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Self-Learning Memory Store caches frequently asked questions with semantic matching.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Sub-millisecond query execution on learned knowledge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AI Business Brain &amp; Continual Model Evolution</a:t>
            </a:r>
          </a:p>
        </p:txBody>
      </p:sp>
      <p:pic>
        <p:nvPicPr>
          <p:cNvPr id="4" name="Picture 3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12064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Autonomous Model Evolution  [CONTINUAL BRAIN]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Continual Learning Engine ingests every user dataset and sensor stream.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Gradient Descent fine-tunes neural weights and reduces loss from 0.42 ➔ 0.029.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Time-Series Forecasting: Polynomial trend regression with 95% confidence bounds.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Customer Retention RFM Matrix: Churn probability score with automated retention levers.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Statutory Growth Playbooks: Indian GST tax planning, RBI ratios, SEBI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Autonomy &amp; Standalone AI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Autonomy Readiness Index  [INDEPENDENCE METRICS]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Live Autonomy Readiness Score tracks model independence (94.1% - 98.2%).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Trained Accuracy metric tracks multi-task analytical precision.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Feature extraction automatically learns numeric correlations and categorical vocabulary.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Evolves generation versioning (e.g. v3.1 ➔ v3.2 ➔ v3.3-Autonomous).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1-Click Standalone AI Model Export  [PORTABLE AI ARTIFACT]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Generates a 100% self-contained Python model: 'dataos_brain_standalone.py'.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Zero external heavy framework dependencies (no external servers needed).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Embedded with trained weights, trend equations, anomaly sigmas, and NLQ intents.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Can be deployed into external CLI tools, mobile apps, or enterprise microservices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 Security, DPDP Act 2023 &amp; SHA-256 Audit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Sensitive PII Masking &amp; DPDP Scanner  [PII &amp; COMPLIANCE]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Regex &amp; rule-based detection for Aadhaar (UIDAI), Indian PAN, Credit Cards, Emails, Phone numbers.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1-Click PII Redaction masks sensitive values (e.g. XXXX-XXXX-1234).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Statutory Compliance Audit against Indian DPDP Act 2023, GDPR, and RBI data localization.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Calculates 0-100% Enterprise Compliance Score (92.5% compliant).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SHA-256 Tamper-Evident Audit Ledger  [IMMUTABLE AUDIT]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Blockchain-inspired cryptographic chaining for immutable logging.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Every query, dataset ingestion, masking event, and login creates a hashed block.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1-Click Cryptographic Verification traverses the entire chain to verify integrity.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Instantly flags any data alteration or security breach.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MODULE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Monetization, Plans &amp; Automated GST Tax Invoicing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Tiered Subscription Architecture  [SUBSCRIPTION TIERS]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Community Starter Free: 1,000 queries/mo, standard ETL pipelines.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Pro Data Strategist (₹2,499/mo): 50,000 queries, AI Brain forecasting, DPDP auditing.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Enterprise Autonomous Brain (₹16,999/mo): Unlimited queries, Standalone Model Export, dedicated SLA.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Real-time monthly query quota tracking and enforcement.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Unified Razorpay / Stripe Gateway  [PAYMENT GATEWAY]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Simulates Indian UPI, Net Banking, and International Credit Card payments.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Modal checkout with 1-click test card autofill.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generation of GST-compliant Tax Invoices (18% CGST/SGST breakdown).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Downloadable &amp; printable formal tax invoice receipts.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Results, Test Benchmarks &amp; Codebase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Automated Test Suite (100% Pass)  [TEST RESULTS]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11 comprehensive unit test suites covering all modules: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Ingestion &amp; Multi-Format Connectors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1-Click Auto-Clean ETL &amp; Imputation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Visual DAG Pipeline Execution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Time-Series Predictive Forecasting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RFM Customer Churn Matrix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Statistical Anomaly Detection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Sensitive PII Detection &amp; Masking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DPDP Act 2023 Statutory Compliance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SHA-256 Audit Ledger Verification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Billing &amp; Payment Gateway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  [✓] Autonomous Continual Learning &amp; Standalone Export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Performance &amp; System Benchmarks  [BENCHMARKS]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Sub-millisecond analytical query latency (&lt; 2.5ms on 10,000 rows).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100% REST API test validation on all 14 FastAPI endpoints (200 OK).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Clean modular architecture with zero global pollution.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Tested across local Python launcher, Docker, and Vercel Cloud.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DEMO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Demonstration Walkthrough for Coordinator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070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5-Step Live Demonstration Script  [PROJECT VIVA SCRIPT]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Step 1: Open http://localhost:8000 ➔ Highlight dark Glassmorphic Web Studio &amp; live IoT Telemetry Ticker.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Step 2: Overview Dashboard ➔ Click '✨ 1-Click Auto-Clean ETL' (Show Data Quality improvement from 62% ➔ 99.5%).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Step 3: AI Copilot (NLQ) ➔ Speak or click 'What is total sales by category?' (Show speech TTS &amp; generated SQL).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Step 4: Visual ETL Studio ➔ Load 'E-Comm Clean &amp; Aggregate' template &amp; click 'Execute Live Pipeline'.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Step 5: AI Business Brain ➔ Click '⚡ Train on Active Dataset' (show model evolve to v3.4) &amp; click '📦 Export Standalone Model' to download dataos_brain_standalone.py.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Conclusion, Future Horizons &amp; Open Q&amp;A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Key Project Takeaways  [CONCLUSION]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Delivered a complete, fully functioning No-Code Autonomous Data Operating System.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Solved tool fragmentation with end-to-end data lifecycle integration.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Pioneered self-learning continual model training with standalone export.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Enterprise-ready DPDP 2023 statutory compliance and cryptographic audit ledger.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Full source code uploaded on GitHub: github.com/Kanishka22222/intelligent-data-os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120640" cy="4572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754879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366F1"/>
                </a:solidFill>
              </a:defRPr>
            </a:pPr>
            <a:r>
              <a:t>Future Enhancements  [FUTURE SCOPE]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Federated Learning across distributed enterprise nodes without sharing raw data.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Hardware Acceleration via WebGPU for in-browser deep neural training.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Direct Kafka and Apache Spark cluster connectors for multi-terabyte streams.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</a:defRPr>
            </a:pPr>
            <a:r>
              <a:t>• Automated regulatory filing exports for GST portal and RBI reporting.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